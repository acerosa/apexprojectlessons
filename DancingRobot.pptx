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801073-EE8E-4D18-9CCA-85CEA7EC6343}" v="292" dt="2025-11-12T14:02:24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/>
              <a:t>Code Blocks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BCD0F-ABAA-82AA-2897-BE2EF884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i="1">
                <a:solidFill>
                  <a:srgbClr val="FFFFFF"/>
                </a:solidFill>
                <a:ea typeface="+mj-lt"/>
                <a:cs typeface="+mj-lt"/>
              </a:rPr>
              <a:t>What Are Custom Blocks?</a:t>
            </a:r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B2D7F-4B83-9D21-AC8D-A55302785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Custom blocks are our own </a:t>
            </a:r>
            <a:r>
              <a:rPr lang="en-US" i="1" dirty="0">
                <a:ea typeface="+mn-lt"/>
                <a:cs typeface="+mn-lt"/>
              </a:rPr>
              <a:t>special commands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They make code easier to read and reuse.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Instead of repeating code, we just </a:t>
            </a:r>
            <a:r>
              <a:rPr lang="en-US" i="1" dirty="0">
                <a:ea typeface="+mn-lt"/>
                <a:cs typeface="+mn-lt"/>
              </a:rPr>
              <a:t>call the block!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138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75A5B51-0925-4835-8511-A0DD17EAA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4ACB5E-9353-6E48-84AB-17AFD74F7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5295015" cy="2063808"/>
          </a:xfrm>
        </p:spPr>
        <p:txBody>
          <a:bodyPr anchor="b">
            <a:normAutofit/>
          </a:bodyPr>
          <a:lstStyle/>
          <a:p>
            <a:r>
              <a:rPr lang="en-US" sz="5400"/>
              <a:t>How to create a block!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CDFD20D-8E4F-4E3A-AF87-93F23E0D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650181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F25C6-1255-F337-640A-019EBA9B7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908005"/>
            <a:ext cx="5295015" cy="32689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Press on my block </a:t>
            </a:r>
          </a:p>
          <a:p>
            <a:endParaRPr lang="en-US" sz="2200"/>
          </a:p>
          <a:p>
            <a:endParaRPr lang="en-US" sz="2200"/>
          </a:p>
          <a:p>
            <a:r>
              <a:rPr lang="en-US" sz="2200"/>
              <a:t>Select make block </a:t>
            </a:r>
          </a:p>
          <a:p>
            <a:endParaRPr lang="en-US" sz="2200"/>
          </a:p>
          <a:p>
            <a:endParaRPr lang="en-US" sz="2200"/>
          </a:p>
          <a:p>
            <a:r>
              <a:rPr lang="en-US" sz="2200"/>
              <a:t>Name your block press save </a:t>
            </a: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5793A0FC-82A5-0CA2-7AC1-CB9D9F9E5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609" y="1085867"/>
            <a:ext cx="1910878" cy="202249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63DF8B-39A4-535F-8A81-CF394583A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328" y="3429184"/>
            <a:ext cx="4096817" cy="2615978"/>
          </a:xfrm>
          <a:prstGeom prst="rect">
            <a:avLst/>
          </a:prstGeom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035D3086-D6A3-39D2-A2C6-D7157ED47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7911" y="1539546"/>
            <a:ext cx="2922324" cy="136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260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1BAD8-12C1-74BC-2E23-1AE7EBD22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741391"/>
            <a:ext cx="2833324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Use you code!</a:t>
            </a:r>
          </a:p>
        </p:txBody>
      </p:sp>
      <p:pic>
        <p:nvPicPr>
          <p:cNvPr id="4" name="Content Placeholder 3" descr="A screenshot of a phone&#10;&#10;AI-generated content may be incorrect.">
            <a:extLst>
              <a:ext uri="{FF2B5EF4-FFF2-40B4-BE49-F238E27FC236}">
                <a16:creationId xmlns:a16="http://schemas.microsoft.com/office/drawing/2014/main" id="{7D161667-828A-1494-F1B9-51D56A019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013" y="1092536"/>
            <a:ext cx="2710297" cy="4672927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AA0A555-A5F5-7450-0DB5-2AA033D1E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860" y="1092536"/>
            <a:ext cx="3259365" cy="467292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92AA144-DDFF-C43B-6866-516C9091D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6737460"/>
            <a:ext cx="12192000" cy="123364"/>
            <a:chOff x="1" y="6737460"/>
            <a:chExt cx="12192000" cy="12336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557A69-9517-26A8-EF3F-E65057EEC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C5987E-7AB5-0A21-D727-68B38B342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4007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ey robot with  colorful buttons">
            <a:extLst>
              <a:ext uri="{FF2B5EF4-FFF2-40B4-BE49-F238E27FC236}">
                <a16:creationId xmlns:a16="http://schemas.microsoft.com/office/drawing/2014/main" id="{48852099-A4E1-0AEE-92CF-17C29EC4DF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19" t="9092" r="-7" b="-7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2D385-20E1-548C-40B4-1372822B8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Dancing robot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84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ey robot with  colorful buttons">
            <a:extLst>
              <a:ext uri="{FF2B5EF4-FFF2-40B4-BE49-F238E27FC236}">
                <a16:creationId xmlns:a16="http://schemas.microsoft.com/office/drawing/2014/main" id="{16AFEAAC-D8E9-9B35-1344-9AAFBB5C61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19" t="9092" r="-7" b="-7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DBF08A-FC75-9898-28EB-E3E75E265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We will create some custom blocks to make our robot dance!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4572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1220AE-4B4D-6BFD-04BC-212D6AD55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Back forward left</a:t>
            </a:r>
          </a:p>
        </p:txBody>
      </p:sp>
      <p:pic>
        <p:nvPicPr>
          <p:cNvPr id="4" name="Content Placeholder 3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DA8A37AB-F61E-17FD-3B3D-10ECB94D3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3992" y="643466"/>
            <a:ext cx="4747348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64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AA229E-9AF4-1D91-D679-6EB357777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0F3C8-D901-BFAC-0652-F1B162F0B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Back forward </a:t>
            </a:r>
            <a:r>
              <a:rPr lang="en-US" sz="3600" dirty="0">
                <a:solidFill>
                  <a:srgbClr val="FFFFFF"/>
                </a:solidFill>
              </a:rPr>
              <a:t>right</a:t>
            </a:r>
            <a:endParaRPr lang="en-US" sz="3600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3" name="Content Placeholder 2" descr="A screenshot of a game&#10;&#10;AI-generated content may be incorrect.">
            <a:extLst>
              <a:ext uri="{FF2B5EF4-FFF2-40B4-BE49-F238E27FC236}">
                <a16:creationId xmlns:a16="http://schemas.microsoft.com/office/drawing/2014/main" id="{3B94F0CD-7668-5E30-4315-FED280203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0070" y="643466"/>
            <a:ext cx="4775192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325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104A92-8C6B-46B9-25C8-9DF890DC5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ZigZag</a:t>
            </a:r>
          </a:p>
        </p:txBody>
      </p:sp>
      <p:pic>
        <p:nvPicPr>
          <p:cNvPr id="4" name="Content Placeholder 3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8401C5B3-26C4-AB29-BE9C-83674B1D0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6640" y="643466"/>
            <a:ext cx="4622051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A025D-DD38-71FD-F8B3-A8EF40673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66C0A-1E7C-9950-70A2-F00B8B29B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Spin</a:t>
            </a:r>
            <a:endParaRPr lang="en-US" sz="3600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3" name="Content Placeholder 2" descr="A screenshot of a game&#10;&#10;AI-generated content may be incorrect.">
            <a:extLst>
              <a:ext uri="{FF2B5EF4-FFF2-40B4-BE49-F238E27FC236}">
                <a16:creationId xmlns:a16="http://schemas.microsoft.com/office/drawing/2014/main" id="{3ED1D962-DC04-8D20-633F-79E64EF85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2492" y="643466"/>
            <a:ext cx="6170348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95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6786BD-5B35-DDFA-00BE-547F872D1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7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ather moviments can you came up with?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867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Code Blocks</vt:lpstr>
      <vt:lpstr>What Are Custom Blocks? </vt:lpstr>
      <vt:lpstr>How to create a block!</vt:lpstr>
      <vt:lpstr>Use you code!</vt:lpstr>
      <vt:lpstr>Dancing robot</vt:lpstr>
      <vt:lpstr>We will create some custom blocks to make our robot dance!</vt:lpstr>
      <vt:lpstr>Back forward left</vt:lpstr>
      <vt:lpstr>Back forward right</vt:lpstr>
      <vt:lpstr>ZigZag</vt:lpstr>
      <vt:lpstr>Spin</vt:lpstr>
      <vt:lpstr>What ather moviments can you came up with?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98</cp:revision>
  <dcterms:created xsi:type="dcterms:W3CDTF">2025-11-12T13:41:18Z</dcterms:created>
  <dcterms:modified xsi:type="dcterms:W3CDTF">2025-11-12T14:03:17Z</dcterms:modified>
</cp:coreProperties>
</file>