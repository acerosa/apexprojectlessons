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DD7D62-09D0-4707-B6EE-8231DA2418B0}" v="96" dt="2025-10-22T13:25:14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EGO Logo, symbol, meaning, history, PNG, brand">
            <a:extLst>
              <a:ext uri="{FF2B5EF4-FFF2-40B4-BE49-F238E27FC236}">
                <a16:creationId xmlns:a16="http://schemas.microsoft.com/office/drawing/2014/main" id="{E8F2020F-E9E2-5C41-48CC-A0E82E8414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Carrossel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E367E-68E9-9CCC-B6C8-61670F29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The carrossel</a:t>
            </a:r>
          </a:p>
        </p:txBody>
      </p:sp>
      <p:sp>
        <p:nvSpPr>
          <p:cNvPr id="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0307FB-B665-607C-9D81-981AEC3A2A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45" r="15200" b="-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764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Box Office Sunday Update A Minecraft Movie Dethrones Super Mario ...">
            <a:extLst>
              <a:ext uri="{FF2B5EF4-FFF2-40B4-BE49-F238E27FC236}">
                <a16:creationId xmlns:a16="http://schemas.microsoft.com/office/drawing/2014/main" id="{C5BA742E-7A9B-C181-2CB1-B90022400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00" b="1647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F4AF6-8F04-6A67-018A-7AF607A66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CDBCE-91C0-9291-FB39-314054580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5403" y="4629234"/>
            <a:ext cx="344576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a variable?</a:t>
            </a:r>
          </a:p>
        </p:txBody>
      </p:sp>
    </p:spTree>
    <p:extLst>
      <p:ext uri="{BB962C8B-B14F-4D97-AF65-F5344CB8AC3E}">
        <p14:creationId xmlns:p14="http://schemas.microsoft.com/office/powerpoint/2010/main" val="2364712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974068-ACED-7261-DB5D-E4586807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57" y="1482282"/>
            <a:ext cx="4651157" cy="3895344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086A0E4C-2C7D-19A3-5405-A51B11917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890" y="1689485"/>
            <a:ext cx="5614416" cy="3480937"/>
          </a:xfrm>
          <a:prstGeom prst="rect">
            <a:avLst/>
          </a:prstGeom>
        </p:spPr>
      </p:pic>
      <p:sp>
        <p:nvSpPr>
          <p:cNvPr id="2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71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5280D-B673-01A4-A8D1-63C881C4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game&#10;&#10;AI-generated content may be incorrect.">
            <a:extLst>
              <a:ext uri="{FF2B5EF4-FFF2-40B4-BE49-F238E27FC236}">
                <a16:creationId xmlns:a16="http://schemas.microsoft.com/office/drawing/2014/main" id="{08B0918B-9774-4C5C-224D-7923DFF48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7069" y="643466"/>
            <a:ext cx="541786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2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8437758B-0ACC-F8EF-EBF6-0D52B64A4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824" b="525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30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82BB5F79-934E-C479-657F-0920EB9EA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670" b="30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71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80961-C635-6314-D5AD-CF897126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" name="Content Placeholder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BDF8DB9-3493-F744-1D29-B991D63D2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1307" y="643467"/>
            <a:ext cx="8309385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3618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53B60E-3415-1069-19EF-EEDCC7800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5908" y="643466"/>
            <a:ext cx="266018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34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Carrossel </vt:lpstr>
      <vt:lpstr>The carrossel</vt:lpstr>
      <vt:lpstr>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70</cp:revision>
  <dcterms:created xsi:type="dcterms:W3CDTF">2025-10-22T13:00:09Z</dcterms:created>
  <dcterms:modified xsi:type="dcterms:W3CDTF">2025-10-22T13:26:06Z</dcterms:modified>
</cp:coreProperties>
</file>