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6" r:id="rId4"/>
    <p:sldId id="258" r:id="rId5"/>
    <p:sldId id="261" r:id="rId6"/>
    <p:sldId id="257" r:id="rId7"/>
    <p:sldId id="263" r:id="rId8"/>
    <p:sldId id="269" r:id="rId9"/>
    <p:sldId id="264" r:id="rId10"/>
    <p:sldId id="265" r:id="rId11"/>
    <p:sldId id="268" r:id="rId12"/>
    <p:sldId id="267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54238F-822F-4549-BF0C-33927FF95021}" v="647" dt="2025-10-15T12:40:43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‎Spike™ LEGO® Education on the App Store">
            <a:extLst>
              <a:ext uri="{FF2B5EF4-FFF2-40B4-BE49-F238E27FC236}">
                <a16:creationId xmlns:a16="http://schemas.microsoft.com/office/drawing/2014/main" id="{E992B3BA-5CF8-5D4B-DDF8-7DE39BD3E3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3546" r="3565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Enter the amusement park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LEGO Technic Hub grande para Spike Prime : Amazon.com.mx: Juguetes y Juegos">
            <a:extLst>
              <a:ext uri="{FF2B5EF4-FFF2-40B4-BE49-F238E27FC236}">
                <a16:creationId xmlns:a16="http://schemas.microsoft.com/office/drawing/2014/main" id="{753DE77B-44EF-3768-DEDD-6B2C5EA273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84A208-7210-1F38-1C09-E9A1561C5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Hub</a:t>
            </a:r>
          </a:p>
        </p:txBody>
      </p:sp>
    </p:spTree>
    <p:extLst>
      <p:ext uri="{BB962C8B-B14F-4D97-AF65-F5344CB8AC3E}">
        <p14:creationId xmlns:p14="http://schemas.microsoft.com/office/powerpoint/2010/main" val="635241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3712EB-2ED8-D964-879B-8C4EB48C6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LEGO Education SPIKE Colour Light Matrix - MTA Catalogue">
            <a:extLst>
              <a:ext uri="{FF2B5EF4-FFF2-40B4-BE49-F238E27FC236}">
                <a16:creationId xmlns:a16="http://schemas.microsoft.com/office/drawing/2014/main" id="{6B57C950-3F16-CD8A-4599-01477B07FB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710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6CB280-B0A0-ED10-B83A-3B61E50BC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402" y="743447"/>
            <a:ext cx="344576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err="1"/>
              <a:t>Colour</a:t>
            </a:r>
            <a:r>
              <a:rPr lang="en-US" b="1"/>
              <a:t> Light Matrix</a:t>
            </a:r>
            <a:endParaRPr lang="en-US"/>
          </a:p>
          <a:p>
            <a:endParaRPr lang="en-US" sz="5200" dirty="0"/>
          </a:p>
        </p:txBody>
      </p:sp>
    </p:spTree>
    <p:extLst>
      <p:ext uri="{BB962C8B-B14F-4D97-AF65-F5344CB8AC3E}">
        <p14:creationId xmlns:p14="http://schemas.microsoft.com/office/powerpoint/2010/main" val="729267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Motor Angular Mediano SPIKE Prime | LEGO Education | ROBOTIX">
            <a:extLst>
              <a:ext uri="{FF2B5EF4-FFF2-40B4-BE49-F238E27FC236}">
                <a16:creationId xmlns:a16="http://schemas.microsoft.com/office/drawing/2014/main" id="{E382CFEE-1187-FB78-3921-514737E0BC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539" b="2095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85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6A68A4-A7CA-4DC0-02BE-330EB55E0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42595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Motor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35069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4356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208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37F7C-888A-D525-B5B2-8A4132785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88EA820-B140-F15D-FE4C-39064DBB6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B7EF88-C19E-77C1-981E-1F30A5301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C25C7-CCCC-4CC1-C0E2-08BA1C0FF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dirty="0"/>
              <a:t>The gate</a:t>
            </a:r>
          </a:p>
        </p:txBody>
      </p:sp>
      <p:pic>
        <p:nvPicPr>
          <p:cNvPr id="7" name="Content Placeholder 3" descr="LEGO Gate 1 x 4 x 2 With Base | Brick Owl - LEGO Marketplace">
            <a:extLst>
              <a:ext uri="{FF2B5EF4-FFF2-40B4-BE49-F238E27FC236}">
                <a16:creationId xmlns:a16="http://schemas.microsoft.com/office/drawing/2014/main" id="{4EEF8439-5D6D-954D-C173-72CD907924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2877" y="532534"/>
            <a:ext cx="5752186" cy="578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539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toy building set with a camera&#10;&#10;AI-generated content may be incorrect.">
            <a:extLst>
              <a:ext uri="{FF2B5EF4-FFF2-40B4-BE49-F238E27FC236}">
                <a16:creationId xmlns:a16="http://schemas.microsoft.com/office/drawing/2014/main" id="{5E162943-89BB-D072-AD36-485A7A5684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7" r="6104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A3CE68-6E65-C774-D364-B609D222E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/>
              <a:t>Let's build an amusment park entrance</a:t>
            </a:r>
          </a:p>
        </p:txBody>
      </p:sp>
    </p:spTree>
    <p:extLst>
      <p:ext uri="{BB962C8B-B14F-4D97-AF65-F5344CB8AC3E}">
        <p14:creationId xmlns:p14="http://schemas.microsoft.com/office/powerpoint/2010/main" val="2599018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97BCA-1E8A-B8F5-73E6-50B21C635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A0788DE-4924-8FC3-2897-523E34CE2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24998C-CC79-BA50-83E4-5A90D077A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A877C5-4E9C-4AFF-2A27-11D67B26A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dirty="0"/>
              <a:t>Choose the entrance </a:t>
            </a:r>
            <a:r>
              <a:rPr lang="en-US" dirty="0" err="1"/>
              <a:t>colour</a:t>
            </a: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F7EBC09E-7282-6C27-9753-1EDCB4C55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474187"/>
            <a:ext cx="5342465" cy="472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140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9195DE-7432-E9CB-3A55-FFB92DA4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2890460-0A36-8104-D6FF-25588E871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C7E881-D43D-2402-3B4E-E1DE26096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972E0E-F9E7-367C-F866-A3F32F260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latin typeface="+mj-lt"/>
                <a:ea typeface="+mj-ea"/>
                <a:cs typeface="+mj-cs"/>
              </a:rPr>
              <a:t>When your program starts </a:t>
            </a:r>
            <a:r>
              <a:rPr lang="en-US" sz="4000" dirty="0"/>
              <a:t>let's turn on the lights</a:t>
            </a:r>
            <a:endParaRPr lang="en-US" sz="4000" kern="1200" dirty="0">
              <a:latin typeface="+mj-lt"/>
            </a:endParaRP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D006951-12D8-E93C-6DEF-5FD69E2AE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98" y="1055544"/>
            <a:ext cx="6213186" cy="473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374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507CA-9410-6BBA-C239-E97F2F414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38158-D1A5-2A71-B704-590A88020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Then</a:t>
            </a:r>
            <a:r>
              <a:rPr lang="en-US" sz="4000" kern="1200" dirty="0">
                <a:latin typeface="+mj-lt"/>
                <a:ea typeface="+mj-ea"/>
                <a:cs typeface="+mj-cs"/>
              </a:rPr>
              <a:t> sense for the right </a:t>
            </a:r>
            <a:r>
              <a:rPr lang="en-US" sz="4000" kern="1200" dirty="0" err="1">
                <a:latin typeface="+mj-lt"/>
                <a:ea typeface="+mj-ea"/>
                <a:cs typeface="+mj-cs"/>
              </a:rPr>
              <a:t>colour</a:t>
            </a:r>
            <a:endParaRPr lang="en-US" sz="4000" kern="1200" dirty="0">
              <a:latin typeface="+mj-lt"/>
            </a:endParaRP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7F2FC7A-8B20-A436-757A-ECCCA2964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60" y="419100"/>
            <a:ext cx="641985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57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B2FE4D-A78D-0598-DA2F-4B2D4D7E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D111CD7-1205-03CC-4D6B-60BD9895D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47C45A-6042-6050-BEF7-3A3EF0F16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C90418-2E5F-2273-BF65-61DF06CC9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dirty="0"/>
              <a:t>If the </a:t>
            </a:r>
            <a:r>
              <a:rPr lang="en-US" sz="4000" dirty="0" err="1"/>
              <a:t>colour</a:t>
            </a:r>
            <a:r>
              <a:rPr lang="en-US" sz="4000" dirty="0"/>
              <a:t> is right then turn on the lights and let the gate be open</a:t>
            </a:r>
            <a:endParaRPr lang="en-US" sz="4000" kern="1200" dirty="0">
              <a:latin typeface="+mj-lt"/>
            </a:endParaRPr>
          </a:p>
        </p:txBody>
      </p:sp>
      <p:pic>
        <p:nvPicPr>
          <p:cNvPr id="4" name="Picture 3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80DC482C-0638-2165-629F-45A28B72D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981" y="1257877"/>
            <a:ext cx="5178523" cy="434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509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026CBD-5404-FE28-58E1-63934764D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A36FAA3-B63B-4ED8-E183-25429BDDB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91DF76-38C1-8543-F648-85A9F0E38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C670D-30E1-CD8A-0418-D70AE55C5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dirty="0">
                <a:ea typeface="+mj-lt"/>
                <a:cs typeface="+mj-lt"/>
              </a:rPr>
              <a:t>If the colour is right, then switch to the entry </a:t>
            </a:r>
            <a:r>
              <a:rPr lang="en-US" sz="4000" dirty="0" err="1">
                <a:ea typeface="+mj-lt"/>
                <a:cs typeface="+mj-lt"/>
              </a:rPr>
              <a:t>colour</a:t>
            </a:r>
            <a:r>
              <a:rPr lang="en-US" sz="4000" dirty="0">
                <a:ea typeface="+mj-lt"/>
                <a:cs typeface="+mj-lt"/>
              </a:rPr>
              <a:t> light and let the gate be open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22A54BE-B00D-E343-4BE0-C5843ED40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42" y="937539"/>
            <a:ext cx="5140037" cy="498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407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8306A2-F7E8-477A-E252-7F5263CB0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02B17F5-B084-D76B-561A-27CD2940F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FD05BD-FDE4-D1B8-C8DC-0204C232E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E1996D-6D1B-9E2F-A2D8-B2893F4E9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Let's be sure to close the gate </a:t>
            </a:r>
            <a:r>
              <a:rPr lang="en-US" sz="4000" dirty="0" err="1"/>
              <a:t>shorlty</a:t>
            </a:r>
            <a:r>
              <a:rPr lang="en-US" sz="4000" dirty="0"/>
              <a:t> after</a:t>
            </a:r>
            <a:endParaRPr lang="en-US" sz="4000" kern="1200" dirty="0">
              <a:latin typeface="+mj-lt"/>
            </a:endParaRPr>
          </a:p>
        </p:txBody>
      </p:sp>
      <p:pic>
        <p:nvPicPr>
          <p:cNvPr id="3" name="Picture 2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333AB8A5-D0AA-BE13-A72D-B4010ED4E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455" y="623454"/>
            <a:ext cx="3916847" cy="561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34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ECF5B3-A464-3234-101E-94A56E2C3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2C2CAAD-2B35-C24F-A5DF-7BA7DA8E9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C082E1-5052-FFDD-B2CC-B93DD56F3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97F60-2041-C47B-0A26-341ACE9D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dirty="0"/>
              <a:t>If it’s the wrong </a:t>
            </a:r>
            <a:r>
              <a:rPr lang="en-US" sz="4000" dirty="0" err="1"/>
              <a:t>colour</a:t>
            </a:r>
            <a:r>
              <a:rPr lang="en-US" sz="4000" dirty="0"/>
              <a:t> the switch to the none entry </a:t>
            </a:r>
            <a:r>
              <a:rPr lang="en-US" sz="4000" dirty="0" err="1"/>
              <a:t>colour</a:t>
            </a:r>
            <a:r>
              <a:rPr lang="en-US" sz="4000" dirty="0"/>
              <a:t> lights</a:t>
            </a:r>
            <a:endParaRPr lang="en-US" sz="4000" kern="1200" dirty="0">
              <a:latin typeface="+mj-lt"/>
            </a:endParaRPr>
          </a:p>
        </p:txBody>
      </p:sp>
      <p:pic>
        <p:nvPicPr>
          <p:cNvPr id="4" name="Picture 3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8E642A76-0590-8E55-0D03-890C6AC22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12" y="0"/>
            <a:ext cx="42524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363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F7774-C6B0-2272-CF5F-11C4709C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3F6FF33-9EDD-F779-1E02-06D6E6328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5D8ED5-398C-3D3F-D147-13D33850A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44463A-F239-FDD7-A3DF-AA21774F4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dirty="0"/>
              <a:t>Challenge: </a:t>
            </a:r>
            <a:br>
              <a:rPr lang="en-US" sz="4000" dirty="0"/>
            </a:br>
            <a:r>
              <a:rPr lang="en-US" sz="4000" dirty="0"/>
              <a:t>Add two sounds one for entry, </a:t>
            </a:r>
            <a:r>
              <a:rPr lang="en-US" sz="4000" dirty="0" err="1"/>
              <a:t>anotherfor</a:t>
            </a:r>
            <a:r>
              <a:rPr lang="en-US" sz="4000" dirty="0"/>
              <a:t> no  </a:t>
            </a:r>
            <a:r>
              <a:rPr lang="en-US" sz="4000" dirty="0" err="1"/>
              <a:t>enty</a:t>
            </a:r>
            <a:endParaRPr lang="en-US" sz="4000" kern="1200" dirty="0">
              <a:latin typeface="+mj-lt"/>
            </a:endParaRP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3C94525-DC10-E015-AFBD-4A710ED2E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883" y="2390775"/>
            <a:ext cx="567690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87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2F107-6F18-EF71-6035-5C155BDD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FD1CB90-E084-E7D1-BC18-C6470E0A8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F816E7-AB52-4D3D-9974-67396148A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50FD3-1479-EDE3-4FAF-C0F15F01A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The </a:t>
            </a:r>
            <a:r>
              <a:rPr lang="en-US" sz="4000" dirty="0" err="1"/>
              <a:t>comple</a:t>
            </a:r>
            <a:r>
              <a:rPr lang="en-US" sz="4000" dirty="0"/>
              <a:t> code</a:t>
            </a:r>
            <a:endParaRPr lang="en-US" sz="4000" kern="1200" dirty="0">
              <a:latin typeface="+mj-lt"/>
            </a:endParaRPr>
          </a:p>
        </p:txBody>
      </p:sp>
      <p:pic>
        <p:nvPicPr>
          <p:cNvPr id="3" name="Picture 2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24EB6ED9-4BBE-C3F0-6931-A32C09D20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684" y="0"/>
            <a:ext cx="41182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10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Enter the amusement park</vt:lpstr>
      <vt:lpstr>Hub</vt:lpstr>
      <vt:lpstr>Colour Light Matrix </vt:lpstr>
      <vt:lpstr>Motor</vt:lpstr>
      <vt:lpstr>The gate</vt:lpstr>
      <vt:lpstr>Let's build an amusment park entrance</vt:lpstr>
      <vt:lpstr>Choose the entrance colour</vt:lpstr>
      <vt:lpstr>When your program starts let's turn on the lights</vt:lpstr>
      <vt:lpstr>Then sense for the right colour</vt:lpstr>
      <vt:lpstr>If the colour is right then turn on the lights and let the gate be open</vt:lpstr>
      <vt:lpstr>If the colour is right, then switch to the entry colour light and let the gate be open</vt:lpstr>
      <vt:lpstr>Let's be sure to close the gate shorlty after</vt:lpstr>
      <vt:lpstr>If it’s the wrong colour the switch to the none entry colour lights</vt:lpstr>
      <vt:lpstr>Challenge:  Add two sounds one for entry, anotherfor no  enty</vt:lpstr>
      <vt:lpstr>The comple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185</cp:revision>
  <dcterms:created xsi:type="dcterms:W3CDTF">2025-10-15T11:04:46Z</dcterms:created>
  <dcterms:modified xsi:type="dcterms:W3CDTF">2025-10-15T12:45:04Z</dcterms:modified>
</cp:coreProperties>
</file>